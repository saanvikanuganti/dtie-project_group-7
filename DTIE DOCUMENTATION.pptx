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63" r:id="rId4"/>
    <p:sldId id="257" r:id="rId5"/>
    <p:sldId id="258" r:id="rId6"/>
    <p:sldId id="259" r:id="rId7"/>
    <p:sldId id="260" r:id="rId8"/>
    <p:sldId id="261" r:id="rId9"/>
    <p:sldId id="262" r:id="rId10"/>
    <p:sldId id="264" r:id="rId11"/>
    <p:sldId id="265" r:id="rId12"/>
    <p:sldId id="269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-748" y="-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C0C4419-8E11-7F47-575D-9E5958560F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57AAED82-DCD5-AA9F-EB8B-7759A187B1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0EB23B9-FB39-10ED-E8BF-1D574BE13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37127-ECDC-4DDE-9AC3-1DF8B4FE76F6}" type="datetimeFigureOut">
              <a:rPr lang="en-IN" smtClean="0"/>
              <a:pPr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6B61836-4D81-A272-95C5-738368493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BA1A315-6B05-4FE4-9751-50FB135B7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AB0E2-4DE1-41CF-ACF6-BD9E92008B4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630202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53182DE-D822-9A85-B786-6EAED252D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C71032A-A02E-E967-982A-49780AC72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97EC9F1-8BC9-3C3B-517B-3D60F0AC4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37127-ECDC-4DDE-9AC3-1DF8B4FE76F6}" type="datetimeFigureOut">
              <a:rPr lang="en-IN" smtClean="0"/>
              <a:pPr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97CA88E-7609-4C4F-9990-C3643556C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3B92877-A832-6AAC-B97C-DD87E746F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AB0E2-4DE1-41CF-ACF6-BD9E92008B4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527814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DE780EE-A211-8517-1C2C-DDAB6E96D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4F2EC148-C0C3-E5CA-5A68-8E1567351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E9E223E-A7C3-8BD9-CCB2-48C756FE5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37127-ECDC-4DDE-9AC3-1DF8B4FE76F6}" type="datetimeFigureOut">
              <a:rPr lang="en-IN" smtClean="0"/>
              <a:pPr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CF64E21-7B01-BC0F-99E2-904CB3054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7576EF6-E5CF-E243-A17D-D8BDFE64C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AB0E2-4DE1-41CF-ACF6-BD9E92008B4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886423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8F0D099-54F5-24B4-4C8A-C96935935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385E156-B3A7-2058-6D60-B040B5118E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F2F5B05F-52F5-5431-2533-77EDD25128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09C4B687-28CA-6E5F-40D5-92DDBCC7D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37127-ECDC-4DDE-9AC3-1DF8B4FE76F6}" type="datetimeFigureOut">
              <a:rPr lang="en-IN" smtClean="0"/>
              <a:pPr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A730A4EA-6FC4-3D68-9315-CCD898A3B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97D79AEC-084C-AD5F-C48C-F7B4B1AC9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AB0E2-4DE1-41CF-ACF6-BD9E92008B4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518819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FD3D658-3303-C8C5-77AC-E19CD57C1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80F42F3-4D0B-3BBD-D412-B70EA8F07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2427469B-B5D5-1578-1A16-06BA386339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EE8ABE49-EAA1-3F74-B005-F3DF480FD4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11361F6D-E991-3FAB-027C-6BC0EAD960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875A556A-E00C-8FA6-5BD4-DA709EF92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37127-ECDC-4DDE-9AC3-1DF8B4FE76F6}" type="datetimeFigureOut">
              <a:rPr lang="en-IN" smtClean="0"/>
              <a:pPr/>
              <a:t>15-10-2026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98C3BA8D-06C0-21B3-6E95-30770D89B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381965AA-DF69-207C-BC05-22DA31C14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AB0E2-4DE1-41CF-ACF6-BD9E92008B4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035409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C2DA3CF-6B52-F7C5-858E-384733873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5BD4DA40-1D4F-B6A1-55B6-8B4EA4148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37127-ECDC-4DDE-9AC3-1DF8B4FE76F6}" type="datetimeFigureOut">
              <a:rPr lang="en-IN" smtClean="0"/>
              <a:pPr/>
              <a:t>15-10-2026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7E1B4107-B54F-D3E6-B0E4-B06CD85B6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E653DECB-D12B-AB94-935E-92BD994BC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AB0E2-4DE1-41CF-ACF6-BD9E92008B4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588400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C30367E5-DFAE-4154-943E-59DA8908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37127-ECDC-4DDE-9AC3-1DF8B4FE76F6}" type="datetimeFigureOut">
              <a:rPr lang="en-IN" smtClean="0"/>
              <a:pPr/>
              <a:t>15-10-2026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3D1755B2-B340-9CA5-E027-6655C7DEC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47B6615F-4A9E-5126-D019-438691E77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AB0E2-4DE1-41CF-ACF6-BD9E92008B4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123492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43C82D-D4B5-CF74-05AF-23AB79AA6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9F0EB2E-58A8-59B1-9086-B2F77F057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1A099FD3-DAC5-A5C6-CDE4-0C35A2ACA6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79D1CE67-41DD-CFC6-2FA6-2919932F6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37127-ECDC-4DDE-9AC3-1DF8B4FE76F6}" type="datetimeFigureOut">
              <a:rPr lang="en-IN" smtClean="0"/>
              <a:pPr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3014BDD7-3E3A-EBEC-A1ED-DEA6B52C7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6A816D2D-03AA-D53F-BEC2-0CBDCBCD9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AB0E2-4DE1-41CF-ACF6-BD9E92008B4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168159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341ED76-3FCE-F0EC-D558-4338800FA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C75ED7EB-81A6-5102-46DF-63D94FE69B9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2483D8D4-EBCE-D3B6-0B84-6CC0FA40B8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E3EAEE7E-C038-F5FB-12CC-52931FBB0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37127-ECDC-4DDE-9AC3-1DF8B4FE76F6}" type="datetimeFigureOut">
              <a:rPr lang="en-IN" smtClean="0"/>
              <a:pPr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96C91A8A-4B3F-910A-365C-3FA2BB69D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64827442-DB45-264E-B6FC-5EA64B294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AB0E2-4DE1-41CF-ACF6-BD9E92008B4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865858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FD60E68-CF52-DA8D-9EBF-449CD4598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FFFB3D78-858F-A7BB-3E5B-0DE373F672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C848EBE-09EC-5C2E-BA55-D27107095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37127-ECDC-4DDE-9AC3-1DF8B4FE76F6}" type="datetimeFigureOut">
              <a:rPr lang="en-IN" smtClean="0"/>
              <a:pPr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A412915-8515-357C-CD76-2B2AB6BD1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A9CFB07-EDAA-EF30-16BD-AFC78613B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AB0E2-4DE1-41CF-ACF6-BD9E92008B4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220769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8F570E00-F124-2636-33D7-E360CDDDC0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AF85D95F-ABA6-1C7C-8353-AFD1DF8F8C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1CFFB92-4C22-6A0D-9699-FC016530A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37127-ECDC-4DDE-9AC3-1DF8B4FE76F6}" type="datetimeFigureOut">
              <a:rPr lang="en-IN" smtClean="0"/>
              <a:pPr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A102C05-5A3A-4869-2313-9170562BB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E33C3A3-0478-DDFE-60BD-AE2BF2BF3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AB0E2-4DE1-41CF-ACF6-BD9E92008B4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782627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0B2046DA-75A4-FBED-DA3E-DCEABC092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62D23778-689A-A48D-EAE6-E37024EE6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360CB7A-EC52-CFCF-A171-72E25A9F50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537127-ECDC-4DDE-9AC3-1DF8B4FE76F6}" type="datetimeFigureOut">
              <a:rPr lang="en-IN" smtClean="0"/>
              <a:pPr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39D1DB0-5C27-6CC9-661F-B02C354DC5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54FC976-C671-7A22-96DB-61EE613952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BAB0E2-4DE1-41CF-ACF6-BD9E92008B4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886720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7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026357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AutoShape 5" descr="blob:https://web.whatsapp.com/ed5b4f08-1617-4dc4-ba82-e7b49c2cdfd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5" name="AutoShape 7" descr="blob:https://web.whatsapp.com/ed5b4f08-1617-4dc4-ba82-e7b49c2cdfd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7" name="AutoShape 9" descr="blob:https://web.whatsapp.com/ed5b4f08-1617-4dc4-ba82-e7b49c2cdfd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8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231806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964052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3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" y="0"/>
            <a:ext cx="12226015" cy="6857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813799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682119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644632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3121978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3737008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3160582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3382111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809922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38" y="0"/>
            <a:ext cx="121793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1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504965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81749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0</Words>
  <Application>Microsoft Office PowerPoint</Application>
  <PresentationFormat>Custom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Kusuma Sree</dc:creator>
  <cp:lastModifiedBy>Kanuganti</cp:lastModifiedBy>
  <cp:revision>32</cp:revision>
  <dcterms:created xsi:type="dcterms:W3CDTF">2026-10-11T13:38:02Z</dcterms:created>
  <dcterms:modified xsi:type="dcterms:W3CDTF">2026-10-15T13:53:42Z</dcterms:modified>
</cp:coreProperties>
</file>